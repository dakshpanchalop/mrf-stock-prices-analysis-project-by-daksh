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30"/>
  </p:notesMasterIdLst>
  <p:handoutMasterIdLst>
    <p:handoutMasterId r:id="rId31"/>
  </p:handoutMasterIdLst>
  <p:sldIdLst>
    <p:sldId id="256" r:id="rId5"/>
    <p:sldId id="275" r:id="rId6"/>
    <p:sldId id="276" r:id="rId7"/>
    <p:sldId id="279" r:id="rId8"/>
    <p:sldId id="277" r:id="rId9"/>
    <p:sldId id="278" r:id="rId10"/>
    <p:sldId id="280" r:id="rId11"/>
    <p:sldId id="281" r:id="rId12"/>
    <p:sldId id="282" r:id="rId13"/>
    <p:sldId id="283" r:id="rId14"/>
    <p:sldId id="284" r:id="rId15"/>
    <p:sldId id="291" r:id="rId16"/>
    <p:sldId id="285" r:id="rId17"/>
    <p:sldId id="286" r:id="rId18"/>
    <p:sldId id="287" r:id="rId19"/>
    <p:sldId id="288" r:id="rId20"/>
    <p:sldId id="289" r:id="rId21"/>
    <p:sldId id="290" r:id="rId22"/>
    <p:sldId id="292" r:id="rId23"/>
    <p:sldId id="293" r:id="rId24"/>
    <p:sldId id="294" r:id="rId25"/>
    <p:sldId id="295" r:id="rId26"/>
    <p:sldId id="296" r:id="rId27"/>
    <p:sldId id="297" r:id="rId28"/>
    <p:sldId id="27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6566F-68FB-4933-B2B0-61A47D594A6D}" v="72" dt="2024-09-02T09:00:14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ash Gurav" userId="1aaf3e4e29489cb9" providerId="LiveId" clId="{0556566F-68FB-4933-B2B0-61A47D594A6D}"/>
    <pc:docChg chg="undo custSel addSld modSld">
      <pc:chgData name="Prakash Gurav" userId="1aaf3e4e29489cb9" providerId="LiveId" clId="{0556566F-68FB-4933-B2B0-61A47D594A6D}" dt="2024-09-02T09:00:14.555" v="230" actId="1076"/>
      <pc:docMkLst>
        <pc:docMk/>
      </pc:docMkLst>
      <pc:sldChg chg="addSp modSp mod">
        <pc:chgData name="Prakash Gurav" userId="1aaf3e4e29489cb9" providerId="LiveId" clId="{0556566F-68FB-4933-B2B0-61A47D594A6D}" dt="2024-09-01T11:44:34.139" v="8" actId="14100"/>
        <pc:sldMkLst>
          <pc:docMk/>
          <pc:sldMk cId="3721326264" sldId="287"/>
        </pc:sldMkLst>
        <pc:spChg chg="mod">
          <ac:chgData name="Prakash Gurav" userId="1aaf3e4e29489cb9" providerId="LiveId" clId="{0556566F-68FB-4933-B2B0-61A47D594A6D}" dt="2024-09-01T11:44:29.467" v="6" actId="1076"/>
          <ac:spMkLst>
            <pc:docMk/>
            <pc:sldMk cId="3721326264" sldId="287"/>
            <ac:spMk id="4" creationId="{24624B9C-5120-113E-6A2A-E2DE5BE16B2B}"/>
          </ac:spMkLst>
        </pc:spChg>
        <pc:spChg chg="mod">
          <ac:chgData name="Prakash Gurav" userId="1aaf3e4e29489cb9" providerId="LiveId" clId="{0556566F-68FB-4933-B2B0-61A47D594A6D}" dt="2024-09-01T11:44:26.686" v="5" actId="1076"/>
          <ac:spMkLst>
            <pc:docMk/>
            <pc:sldMk cId="3721326264" sldId="287"/>
            <ac:spMk id="6" creationId="{ABE1F775-C285-DA5B-9AF2-86AB1845C238}"/>
          </ac:spMkLst>
        </pc:spChg>
        <pc:picChg chg="add mod">
          <ac:chgData name="Prakash Gurav" userId="1aaf3e4e29489cb9" providerId="LiveId" clId="{0556566F-68FB-4933-B2B0-61A47D594A6D}" dt="2024-09-01T11:44:34.139" v="8" actId="14100"/>
          <ac:picMkLst>
            <pc:docMk/>
            <pc:sldMk cId="3721326264" sldId="287"/>
            <ac:picMk id="7170" creationId="{3066F8E0-6DBD-3FF7-6B04-6F77880BD6F2}"/>
          </ac:picMkLst>
        </pc:picChg>
      </pc:sldChg>
      <pc:sldChg chg="addSp delSp modSp">
        <pc:chgData name="Prakash Gurav" userId="1aaf3e4e29489cb9" providerId="LiveId" clId="{0556566F-68FB-4933-B2B0-61A47D594A6D}" dt="2024-09-01T11:50:38.675" v="42" actId="1076"/>
        <pc:sldMkLst>
          <pc:docMk/>
          <pc:sldMk cId="2432459908" sldId="288"/>
        </pc:sldMkLst>
        <pc:spChg chg="add mod">
          <ac:chgData name="Prakash Gurav" userId="1aaf3e4e29489cb9" providerId="LiveId" clId="{0556566F-68FB-4933-B2B0-61A47D594A6D}" dt="2024-09-01T11:50:38.675" v="42" actId="1076"/>
          <ac:spMkLst>
            <pc:docMk/>
            <pc:sldMk cId="2432459908" sldId="288"/>
            <ac:spMk id="4" creationId="{09D33EA0-6312-A4CE-6DFB-72C42FE0B8D3}"/>
          </ac:spMkLst>
        </pc:spChg>
        <pc:picChg chg="del">
          <ac:chgData name="Prakash Gurav" userId="1aaf3e4e29489cb9" providerId="LiveId" clId="{0556566F-68FB-4933-B2B0-61A47D594A6D}" dt="2024-09-01T11:44:06.826" v="1" actId="21"/>
          <ac:picMkLst>
            <pc:docMk/>
            <pc:sldMk cId="2432459908" sldId="288"/>
            <ac:picMk id="7170" creationId="{3066F8E0-6DBD-3FF7-6B04-6F77880BD6F2}"/>
          </ac:picMkLst>
        </pc:picChg>
      </pc:sldChg>
      <pc:sldChg chg="addSp modSp">
        <pc:chgData name="Prakash Gurav" userId="1aaf3e4e29489cb9" providerId="LiveId" clId="{0556566F-68FB-4933-B2B0-61A47D594A6D}" dt="2024-09-01T11:49:58.508" v="31" actId="1076"/>
        <pc:sldMkLst>
          <pc:docMk/>
          <pc:sldMk cId="2300933983" sldId="289"/>
        </pc:sldMkLst>
        <pc:spChg chg="mod">
          <ac:chgData name="Prakash Gurav" userId="1aaf3e4e29489cb9" providerId="LiveId" clId="{0556566F-68FB-4933-B2B0-61A47D594A6D}" dt="2024-09-01T11:49:52.914" v="28" actId="1076"/>
          <ac:spMkLst>
            <pc:docMk/>
            <pc:sldMk cId="2300933983" sldId="289"/>
            <ac:spMk id="4" creationId="{6C9061AD-8E18-0D0A-174A-FF02D742B2CB}"/>
          </ac:spMkLst>
        </pc:spChg>
        <pc:picChg chg="add mod">
          <ac:chgData name="Prakash Gurav" userId="1aaf3e4e29489cb9" providerId="LiveId" clId="{0556566F-68FB-4933-B2B0-61A47D594A6D}" dt="2024-09-01T11:49:58.508" v="31" actId="1076"/>
          <ac:picMkLst>
            <pc:docMk/>
            <pc:sldMk cId="2300933983" sldId="289"/>
            <ac:picMk id="9218" creationId="{65096541-0A80-608C-8311-3F8B3CFB6F38}"/>
          </ac:picMkLst>
        </pc:picChg>
      </pc:sldChg>
      <pc:sldChg chg="addSp delSp modSp">
        <pc:chgData name="Prakash Gurav" userId="1aaf3e4e29489cb9" providerId="LiveId" clId="{0556566F-68FB-4933-B2B0-61A47D594A6D}" dt="2024-09-02T09:00:14.555" v="230" actId="1076"/>
        <pc:sldMkLst>
          <pc:docMk/>
          <pc:sldMk cId="1878834987" sldId="290"/>
        </pc:sldMkLst>
        <pc:spChg chg="add del mod">
          <ac:chgData name="Prakash Gurav" userId="1aaf3e4e29489cb9" providerId="LiveId" clId="{0556566F-68FB-4933-B2B0-61A47D594A6D}" dt="2024-09-02T08:59:17.936" v="210" actId="478"/>
          <ac:spMkLst>
            <pc:docMk/>
            <pc:sldMk cId="1878834987" sldId="290"/>
            <ac:spMk id="4" creationId="{D8283819-51D1-D6E1-CFD7-3AD0C595F648}"/>
          </ac:spMkLst>
        </pc:spChg>
        <pc:spChg chg="add del">
          <ac:chgData name="Prakash Gurav" userId="1aaf3e4e29489cb9" providerId="LiveId" clId="{0556566F-68FB-4933-B2B0-61A47D594A6D}" dt="2024-09-02T08:59:17.936" v="210" actId="478"/>
          <ac:spMkLst>
            <pc:docMk/>
            <pc:sldMk cId="1878834987" sldId="290"/>
            <ac:spMk id="5" creationId="{22799B6F-C64A-777F-7061-5C5D1BFDEF40}"/>
          </ac:spMkLst>
        </pc:spChg>
        <pc:spChg chg="add mod">
          <ac:chgData name="Prakash Gurav" userId="1aaf3e4e29489cb9" providerId="LiveId" clId="{0556566F-68FB-4933-B2B0-61A47D594A6D}" dt="2024-09-02T09:00:14.555" v="230" actId="1076"/>
          <ac:spMkLst>
            <pc:docMk/>
            <pc:sldMk cId="1878834987" sldId="290"/>
            <ac:spMk id="6" creationId="{F7C1387D-FF62-1A4F-0A16-AB290F23AC86}"/>
          </ac:spMkLst>
        </pc:spChg>
        <pc:picChg chg="del">
          <ac:chgData name="Prakash Gurav" userId="1aaf3e4e29489cb9" providerId="LiveId" clId="{0556566F-68FB-4933-B2B0-61A47D594A6D}" dt="2024-09-01T11:49:48.602" v="27" actId="21"/>
          <ac:picMkLst>
            <pc:docMk/>
            <pc:sldMk cId="1878834987" sldId="290"/>
            <ac:picMk id="9218" creationId="{65096541-0A80-608C-8311-3F8B3CFB6F38}"/>
          </ac:picMkLst>
        </pc:picChg>
      </pc:sldChg>
      <pc:sldChg chg="modSp new mod">
        <pc:chgData name="Prakash Gurav" userId="1aaf3e4e29489cb9" providerId="LiveId" clId="{0556566F-68FB-4933-B2B0-61A47D594A6D}" dt="2024-09-01T11:52:31.461" v="59" actId="403"/>
        <pc:sldMkLst>
          <pc:docMk/>
          <pc:sldMk cId="3247400688" sldId="292"/>
        </pc:sldMkLst>
        <pc:spChg chg="mod">
          <ac:chgData name="Prakash Gurav" userId="1aaf3e4e29489cb9" providerId="LiveId" clId="{0556566F-68FB-4933-B2B0-61A47D594A6D}" dt="2024-09-01T11:51:53.058" v="47" actId="403"/>
          <ac:spMkLst>
            <pc:docMk/>
            <pc:sldMk cId="3247400688" sldId="292"/>
            <ac:spMk id="2" creationId="{BA704DBC-4370-D29B-5D92-BD86D30A1804}"/>
          </ac:spMkLst>
        </pc:spChg>
        <pc:spChg chg="mod">
          <ac:chgData name="Prakash Gurav" userId="1aaf3e4e29489cb9" providerId="LiveId" clId="{0556566F-68FB-4933-B2B0-61A47D594A6D}" dt="2024-09-01T11:52:31.461" v="59" actId="403"/>
          <ac:spMkLst>
            <pc:docMk/>
            <pc:sldMk cId="3247400688" sldId="292"/>
            <ac:spMk id="3" creationId="{59623DD2-7FB4-0934-2F29-D25E5700C631}"/>
          </ac:spMkLst>
        </pc:spChg>
      </pc:sldChg>
      <pc:sldChg chg="addSp modSp new mod">
        <pc:chgData name="Prakash Gurav" userId="1aaf3e4e29489cb9" providerId="LiveId" clId="{0556566F-68FB-4933-B2B0-61A47D594A6D}" dt="2024-09-01T11:54:35.708" v="77" actId="1076"/>
        <pc:sldMkLst>
          <pc:docMk/>
          <pc:sldMk cId="309418212" sldId="293"/>
        </pc:sldMkLst>
        <pc:spChg chg="mod">
          <ac:chgData name="Prakash Gurav" userId="1aaf3e4e29489cb9" providerId="LiveId" clId="{0556566F-68FB-4933-B2B0-61A47D594A6D}" dt="2024-09-01T11:53:58.726" v="72" actId="1076"/>
          <ac:spMkLst>
            <pc:docMk/>
            <pc:sldMk cId="309418212" sldId="293"/>
            <ac:spMk id="2" creationId="{3314E79E-339D-8402-4F83-F9954F0FF899}"/>
          </ac:spMkLst>
        </pc:spChg>
        <pc:spChg chg="mod">
          <ac:chgData name="Prakash Gurav" userId="1aaf3e4e29489cb9" providerId="LiveId" clId="{0556566F-68FB-4933-B2B0-61A47D594A6D}" dt="2024-09-01T11:53:56.012" v="71" actId="1076"/>
          <ac:spMkLst>
            <pc:docMk/>
            <pc:sldMk cId="309418212" sldId="293"/>
            <ac:spMk id="3" creationId="{4A68E86B-EFAA-F176-A297-5EA08D9FDDD9}"/>
          </ac:spMkLst>
        </pc:spChg>
        <pc:picChg chg="add mod">
          <ac:chgData name="Prakash Gurav" userId="1aaf3e4e29489cb9" providerId="LiveId" clId="{0556566F-68FB-4933-B2B0-61A47D594A6D}" dt="2024-09-01T11:54:35.708" v="77" actId="1076"/>
          <ac:picMkLst>
            <pc:docMk/>
            <pc:sldMk cId="309418212" sldId="293"/>
            <ac:picMk id="5" creationId="{6AF22DBF-82BA-1BF8-083F-B978908B7B1F}"/>
          </ac:picMkLst>
        </pc:picChg>
      </pc:sldChg>
      <pc:sldChg chg="addSp delSp modSp new mod">
        <pc:chgData name="Prakash Gurav" userId="1aaf3e4e29489cb9" providerId="LiveId" clId="{0556566F-68FB-4933-B2B0-61A47D594A6D}" dt="2024-09-01T11:56:37.219" v="101" actId="113"/>
        <pc:sldMkLst>
          <pc:docMk/>
          <pc:sldMk cId="2423396747" sldId="294"/>
        </pc:sldMkLst>
        <pc:spChg chg="mod">
          <ac:chgData name="Prakash Gurav" userId="1aaf3e4e29489cb9" providerId="LiveId" clId="{0556566F-68FB-4933-B2B0-61A47D594A6D}" dt="2024-09-01T11:56:37.219" v="101" actId="113"/>
          <ac:spMkLst>
            <pc:docMk/>
            <pc:sldMk cId="2423396747" sldId="294"/>
            <ac:spMk id="2" creationId="{617D3696-D49F-DB02-AFE8-F404F2F2AAB9}"/>
          </ac:spMkLst>
        </pc:spChg>
        <pc:spChg chg="del">
          <ac:chgData name="Prakash Gurav" userId="1aaf3e4e29489cb9" providerId="LiveId" clId="{0556566F-68FB-4933-B2B0-61A47D594A6D}" dt="2024-09-01T11:55:25.700" v="83"/>
          <ac:spMkLst>
            <pc:docMk/>
            <pc:sldMk cId="2423396747" sldId="294"/>
            <ac:spMk id="3" creationId="{9D1BBA51-E69A-4A68-818F-3C6376AF2A61}"/>
          </ac:spMkLst>
        </pc:spChg>
        <pc:spChg chg="add mod">
          <ac:chgData name="Prakash Gurav" userId="1aaf3e4e29489cb9" providerId="LiveId" clId="{0556566F-68FB-4933-B2B0-61A47D594A6D}" dt="2024-09-01T11:56:32.569" v="100" actId="404"/>
          <ac:spMkLst>
            <pc:docMk/>
            <pc:sldMk cId="2423396747" sldId="294"/>
            <ac:spMk id="4" creationId="{D113FA25-AE44-61AB-162F-8356C94D8E25}"/>
          </ac:spMkLst>
        </pc:spChg>
      </pc:sldChg>
      <pc:sldChg chg="modSp new mod">
        <pc:chgData name="Prakash Gurav" userId="1aaf3e4e29489cb9" providerId="LiveId" clId="{0556566F-68FB-4933-B2B0-61A47D594A6D}" dt="2024-09-01T11:57:59.551" v="123" actId="1076"/>
        <pc:sldMkLst>
          <pc:docMk/>
          <pc:sldMk cId="1580716919" sldId="295"/>
        </pc:sldMkLst>
        <pc:spChg chg="mod">
          <ac:chgData name="Prakash Gurav" userId="1aaf3e4e29489cb9" providerId="LiveId" clId="{0556566F-68FB-4933-B2B0-61A47D594A6D}" dt="2024-09-01T11:57:17.010" v="108" actId="403"/>
          <ac:spMkLst>
            <pc:docMk/>
            <pc:sldMk cId="1580716919" sldId="295"/>
            <ac:spMk id="2" creationId="{184B8B14-8945-46AC-1FB0-CD3D6C5466F7}"/>
          </ac:spMkLst>
        </pc:spChg>
        <pc:spChg chg="mod">
          <ac:chgData name="Prakash Gurav" userId="1aaf3e4e29489cb9" providerId="LiveId" clId="{0556566F-68FB-4933-B2B0-61A47D594A6D}" dt="2024-09-01T11:57:59.551" v="123" actId="1076"/>
          <ac:spMkLst>
            <pc:docMk/>
            <pc:sldMk cId="1580716919" sldId="295"/>
            <ac:spMk id="3" creationId="{4106D8F2-D851-3174-3E9C-C29F9CC66135}"/>
          </ac:spMkLst>
        </pc:spChg>
      </pc:sldChg>
      <pc:sldChg chg="addSp delSp modSp new mod">
        <pc:chgData name="Prakash Gurav" userId="1aaf3e4e29489cb9" providerId="LiveId" clId="{0556566F-68FB-4933-B2B0-61A47D594A6D}" dt="2024-09-01T11:59:54.452" v="149" actId="403"/>
        <pc:sldMkLst>
          <pc:docMk/>
          <pc:sldMk cId="1777819306" sldId="296"/>
        </pc:sldMkLst>
        <pc:spChg chg="mod">
          <ac:chgData name="Prakash Gurav" userId="1aaf3e4e29489cb9" providerId="LiveId" clId="{0556566F-68FB-4933-B2B0-61A47D594A6D}" dt="2024-09-01T11:58:26.898" v="132" actId="403"/>
          <ac:spMkLst>
            <pc:docMk/>
            <pc:sldMk cId="1777819306" sldId="296"/>
            <ac:spMk id="2" creationId="{094EA489-A906-E054-12EC-B82E224B149E}"/>
          </ac:spMkLst>
        </pc:spChg>
        <pc:spChg chg="del">
          <ac:chgData name="Prakash Gurav" userId="1aaf3e4e29489cb9" providerId="LiveId" clId="{0556566F-68FB-4933-B2B0-61A47D594A6D}" dt="2024-09-01T11:58:40.818" v="133"/>
          <ac:spMkLst>
            <pc:docMk/>
            <pc:sldMk cId="1777819306" sldId="296"/>
            <ac:spMk id="3" creationId="{8FCA461A-F35F-694D-D299-19DC88207A27}"/>
          </ac:spMkLst>
        </pc:spChg>
        <pc:spChg chg="add mod">
          <ac:chgData name="Prakash Gurav" userId="1aaf3e4e29489cb9" providerId="LiveId" clId="{0556566F-68FB-4933-B2B0-61A47D594A6D}" dt="2024-09-01T11:59:54.452" v="149" actId="403"/>
          <ac:spMkLst>
            <pc:docMk/>
            <pc:sldMk cId="1777819306" sldId="296"/>
            <ac:spMk id="4" creationId="{7990036B-C78F-31D6-3D82-A2C20B838325}"/>
          </ac:spMkLst>
        </pc:spChg>
      </pc:sldChg>
      <pc:sldChg chg="addSp delSp modSp new mod">
        <pc:chgData name="Prakash Gurav" userId="1aaf3e4e29489cb9" providerId="LiveId" clId="{0556566F-68FB-4933-B2B0-61A47D594A6D}" dt="2024-09-01T12:01:37.610" v="175" actId="403"/>
        <pc:sldMkLst>
          <pc:docMk/>
          <pc:sldMk cId="4093597773" sldId="297"/>
        </pc:sldMkLst>
        <pc:spChg chg="mod">
          <ac:chgData name="Prakash Gurav" userId="1aaf3e4e29489cb9" providerId="LiveId" clId="{0556566F-68FB-4933-B2B0-61A47D594A6D}" dt="2024-09-01T12:00:28.371" v="156" actId="403"/>
          <ac:spMkLst>
            <pc:docMk/>
            <pc:sldMk cId="4093597773" sldId="297"/>
            <ac:spMk id="2" creationId="{C3B6A307-130C-CF07-3C78-748A29604D30}"/>
          </ac:spMkLst>
        </pc:spChg>
        <pc:spChg chg="del">
          <ac:chgData name="Prakash Gurav" userId="1aaf3e4e29489cb9" providerId="LiveId" clId="{0556566F-68FB-4933-B2B0-61A47D594A6D}" dt="2024-09-01T12:00:42.809" v="157"/>
          <ac:spMkLst>
            <pc:docMk/>
            <pc:sldMk cId="4093597773" sldId="297"/>
            <ac:spMk id="3" creationId="{6D74F937-9879-BFEB-D7C1-70E076CD44AF}"/>
          </ac:spMkLst>
        </pc:spChg>
        <pc:spChg chg="add mod">
          <ac:chgData name="Prakash Gurav" userId="1aaf3e4e29489cb9" providerId="LiveId" clId="{0556566F-68FB-4933-B2B0-61A47D594A6D}" dt="2024-09-01T12:01:37.610" v="175" actId="403"/>
          <ac:spMkLst>
            <pc:docMk/>
            <pc:sldMk cId="4093597773" sldId="297"/>
            <ac:spMk id="4" creationId="{F4D00D9A-47C0-5CB5-CF72-365536D63FF8}"/>
          </ac:spMkLst>
        </pc:spChg>
      </pc:sldChg>
      <pc:sldChg chg="addSp delSp modSp new mod">
        <pc:chgData name="Prakash Gurav" userId="1aaf3e4e29489cb9" providerId="LiveId" clId="{0556566F-68FB-4933-B2B0-61A47D594A6D}" dt="2024-09-01T12:03:56.136" v="208" actId="20577"/>
        <pc:sldMkLst>
          <pc:docMk/>
          <pc:sldMk cId="77202756" sldId="298"/>
        </pc:sldMkLst>
        <pc:spChg chg="del">
          <ac:chgData name="Prakash Gurav" userId="1aaf3e4e29489cb9" providerId="LiveId" clId="{0556566F-68FB-4933-B2B0-61A47D594A6D}" dt="2024-09-01T12:02:19.633" v="177"/>
          <ac:spMkLst>
            <pc:docMk/>
            <pc:sldMk cId="77202756" sldId="298"/>
            <ac:spMk id="2" creationId="{A845C949-0699-E6DA-B226-B3C0FE379525}"/>
          </ac:spMkLst>
        </pc:spChg>
        <pc:spChg chg="del">
          <ac:chgData name="Prakash Gurav" userId="1aaf3e4e29489cb9" providerId="LiveId" clId="{0556566F-68FB-4933-B2B0-61A47D594A6D}" dt="2024-09-01T12:02:32.685" v="178"/>
          <ac:spMkLst>
            <pc:docMk/>
            <pc:sldMk cId="77202756" sldId="298"/>
            <ac:spMk id="3" creationId="{EDBA0E35-5208-B2D1-B1E7-30D86AEF99F6}"/>
          </ac:spMkLst>
        </pc:spChg>
        <pc:spChg chg="add mod">
          <ac:chgData name="Prakash Gurav" userId="1aaf3e4e29489cb9" providerId="LiveId" clId="{0556566F-68FB-4933-B2B0-61A47D594A6D}" dt="2024-09-01T12:02:19.633" v="177"/>
          <ac:spMkLst>
            <pc:docMk/>
            <pc:sldMk cId="77202756" sldId="298"/>
            <ac:spMk id="4" creationId="{2205478F-F372-13D8-222E-4D16CDFBDF64}"/>
          </ac:spMkLst>
        </pc:spChg>
        <pc:spChg chg="add mod">
          <ac:chgData name="Prakash Gurav" userId="1aaf3e4e29489cb9" providerId="LiveId" clId="{0556566F-68FB-4933-B2B0-61A47D594A6D}" dt="2024-09-01T12:03:56.136" v="208" actId="20577"/>
          <ac:spMkLst>
            <pc:docMk/>
            <pc:sldMk cId="77202756" sldId="298"/>
            <ac:spMk id="5" creationId="{DC20490B-5E13-5921-EB37-849BAEB6A42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praka\OneDrive\Desktop\project%203\MRF.NS.csv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praka\OneDrive\Desktop\project%203\MRF.NS.cs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26122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3303" y="2554817"/>
            <a:ext cx="7836822" cy="2421464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Condensed" panose="020B0502040204020203" pitchFamily="34" charset="0"/>
              </a:rPr>
              <a:t>Stock Price Analysis and Forecasting</a:t>
            </a:r>
            <a:endParaRPr lang="en-US" b="1" dirty="0">
              <a:latin typeface="Bahnschrift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521440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00FF00"/>
                </a:highlight>
              </a:rPr>
              <a:t>An Analysis Using LSTM, ARIMA,</a:t>
            </a:r>
          </a:p>
          <a:p>
            <a:r>
              <a:rPr lang="en-US" dirty="0">
                <a:solidFill>
                  <a:srgbClr val="FF0000"/>
                </a:solidFill>
                <a:highlight>
                  <a:srgbClr val="00FF00"/>
                </a:highlight>
              </a:rPr>
              <a:t> SARIMA Models, and</a:t>
            </a:r>
          </a:p>
          <a:p>
            <a:r>
              <a:rPr lang="en-US" dirty="0">
                <a:solidFill>
                  <a:srgbClr val="FF0000"/>
                </a:solidFill>
                <a:highlight>
                  <a:srgbClr val="00FF00"/>
                </a:highlight>
              </a:rPr>
              <a:t> a </a:t>
            </a:r>
            <a:r>
              <a:rPr lang="en-US" dirty="0" err="1">
                <a:solidFill>
                  <a:srgbClr val="FF0000"/>
                </a:solidFill>
                <a:highlight>
                  <a:srgbClr val="00FF00"/>
                </a:highlight>
              </a:rPr>
              <a:t>Streamlit</a:t>
            </a:r>
            <a:r>
              <a:rPr lang="en-US" dirty="0">
                <a:solidFill>
                  <a:srgbClr val="FF0000"/>
                </a:solidFill>
                <a:highlight>
                  <a:srgbClr val="00FF00"/>
                </a:highlight>
              </a:rPr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3651-BF4B-8F5D-65AE-C286F5C9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4625E-BB10-D472-65C4-6C2AE0DDD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Objective</a:t>
            </a:r>
            <a:r>
              <a:rPr lang="en-US" sz="2400" dirty="0"/>
              <a:t>: </a:t>
            </a:r>
          </a:p>
          <a:p>
            <a:pPr lvl="2"/>
            <a:r>
              <a:rPr lang="en-US" sz="1600" b="1" dirty="0"/>
              <a:t>aims to analyze historical stock prices and forecast future values using advanced time series models.</a:t>
            </a:r>
          </a:p>
          <a:p>
            <a:endParaRPr lang="en-US" sz="2000" b="1" dirty="0"/>
          </a:p>
          <a:p>
            <a:r>
              <a:rPr lang="en-US" sz="2000" b="1" dirty="0"/>
              <a:t>Data Source</a:t>
            </a:r>
            <a:r>
              <a:rPr lang="en-US" sz="2000" dirty="0"/>
              <a:t>: </a:t>
            </a:r>
            <a:endParaRPr lang="en-US" sz="2800" b="1" dirty="0"/>
          </a:p>
          <a:p>
            <a:pPr lvl="3"/>
            <a:r>
              <a:rPr lang="en-US" sz="1800" b="1" dirty="0"/>
              <a:t>The analysis uses stock price data for MRF.NS .</a:t>
            </a:r>
          </a:p>
          <a:p>
            <a:pPr lvl="5"/>
            <a:r>
              <a:rPr lang="en-US" sz="2000" b="1" dirty="0">
                <a:hlinkClick r:id="rId2" action="ppaction://hlinkfile"/>
              </a:rPr>
              <a:t>MRF.NS.csv</a:t>
            </a:r>
            <a:endParaRPr lang="en-US" sz="2000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477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F848-5D64-E11F-23D4-EE9466C6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Data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5912D3-FA7B-45E3-EF8A-CDD7124063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615881"/>
            <a:ext cx="9805441" cy="2701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 action="ppaction://hlinkfile"/>
              </a:rPr>
              <a:t>MRF.NS.csv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Open, High, Low, Close, Adj Close, Volume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Summary: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Overview of dataset statistics and missing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91946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8EA6A-F20C-C947-BE83-F5A6B8F8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Data 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34A2C0-B1CD-28D3-11A7-3878F1114F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3125538"/>
            <a:ext cx="7803162" cy="1682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Missing Values: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Forward fill method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Splitting: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and test sets </a:t>
            </a:r>
          </a:p>
        </p:txBody>
      </p:sp>
    </p:spTree>
    <p:extLst>
      <p:ext uri="{BB962C8B-B14F-4D97-AF65-F5344CB8AC3E}">
        <p14:creationId xmlns:p14="http://schemas.microsoft.com/office/powerpoint/2010/main" val="1263635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ADA1-8A04-07C4-3B45-92D87856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6C9DE-0DFB-0F83-4E0C-801A17591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 Rounded MT Bold" panose="020F0704030504030204" pitchFamily="34" charset="0"/>
              </a:rPr>
              <a:t>Visualizations: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/>
              <a:t>Stock price plot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/>
              <a:t>Pair plots of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987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988F-2FBF-17EC-F1B4-1250ED73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18534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Arial Rounded MT Bold" panose="020F0704030504030204" pitchFamily="34" charset="0"/>
              </a:rPr>
              <a:t>Moving Averages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9A0F4-DEF8-0ABA-9466-CA6746529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11" y="1099848"/>
            <a:ext cx="10131425" cy="36491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7-Day and 30-Day Moving Averages: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 representation of moving averages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Interpretation of trends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632C7-8E9E-1917-9182-2956CE43A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239" y="2540794"/>
            <a:ext cx="7345995" cy="383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6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A17D-D703-0CF9-F435-AAEFC906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Volume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21F5-4B98-7496-9D18-A7B9A66EE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Volume Traded Over Time:</a:t>
            </a:r>
            <a:endParaRPr lang="en-US" dirty="0"/>
          </a:p>
          <a:p>
            <a:r>
              <a:rPr lang="en-US" dirty="0"/>
              <a:t> </a:t>
            </a:r>
            <a:r>
              <a:rPr lang="en-IN" dirty="0"/>
              <a:t>Visualization of volume trends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0E2A4-2344-0FF2-213B-5945435FA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852" y="3756178"/>
            <a:ext cx="7344800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94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8A0D-B592-0780-983F-45D4D0CE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Distribution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BFBD3-0046-D394-5F31-7A94DE1DB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65865"/>
            <a:ext cx="10131425" cy="3649133"/>
          </a:xfrm>
        </p:spPr>
        <p:txBody>
          <a:bodyPr/>
          <a:lstStyle/>
          <a:p>
            <a:r>
              <a:rPr lang="en-US" sz="2400" b="1" dirty="0"/>
              <a:t>Histograms and KDE:</a:t>
            </a:r>
          </a:p>
          <a:p>
            <a:r>
              <a:rPr lang="en-US" sz="2400" dirty="0"/>
              <a:t>Distribution of Open, Close, and Volume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43D7E-1D57-AFAE-013A-B4A67DD47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89" y="3005947"/>
            <a:ext cx="7725853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98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5498-E19C-E174-368B-D045F84B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Arial Rounded MT Bold" panose="020F0704030504030204" pitchFamily="34" charset="0"/>
              </a:rPr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D40B-F4F1-4F67-0422-357D55160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82" y="1237499"/>
            <a:ext cx="10131425" cy="3649133"/>
          </a:xfrm>
        </p:spPr>
        <p:txBody>
          <a:bodyPr/>
          <a:lstStyle/>
          <a:p>
            <a:r>
              <a:rPr lang="en-US" sz="2400" b="1" dirty="0"/>
              <a:t>Correlation Matrix:</a:t>
            </a:r>
          </a:p>
          <a:p>
            <a:r>
              <a:rPr lang="en-US" sz="2400" dirty="0"/>
              <a:t>Heatmap of feature correlations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DFE37-F6A2-DE3C-00EF-7820322DD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156" y="2448232"/>
            <a:ext cx="6165517" cy="41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08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C213-D19A-58FF-4ACD-D77C9EF0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292" y="148166"/>
            <a:ext cx="10131425" cy="1456267"/>
          </a:xfrm>
        </p:spPr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Seasonal Decomposition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7245D-0211-502D-182C-D193D1C25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096" y="1448036"/>
            <a:ext cx="10131425" cy="3649133"/>
          </a:xfrm>
        </p:spPr>
        <p:txBody>
          <a:bodyPr/>
          <a:lstStyle/>
          <a:p>
            <a:r>
              <a:rPr lang="en-US" sz="2400" b="1" dirty="0"/>
              <a:t>Decomposition of Stock Prices:</a:t>
            </a:r>
          </a:p>
          <a:p>
            <a:r>
              <a:rPr lang="en-US" sz="2400" dirty="0"/>
              <a:t>Trend, seasonality, and residuals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45D7249-CF8E-B2B1-1B51-B6097C9DD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536" y="1774733"/>
            <a:ext cx="6195856" cy="4622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165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791-5CEF-3DC1-65D0-9F57AFFA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37652"/>
            <a:ext cx="10131425" cy="1456267"/>
          </a:xfrm>
        </p:spPr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Autocorrelation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5713-D3B3-575F-7FA6-8EC53267F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24" y="609600"/>
            <a:ext cx="10131425" cy="3649133"/>
          </a:xfrm>
        </p:spPr>
        <p:txBody>
          <a:bodyPr/>
          <a:lstStyle/>
          <a:p>
            <a:r>
              <a:rPr lang="en-US" sz="2400" b="1" dirty="0"/>
              <a:t>Autocorrelation of Closing Prices:</a:t>
            </a:r>
          </a:p>
          <a:p>
            <a:r>
              <a:rPr lang="en-US" sz="2400" dirty="0"/>
              <a:t>Visualization and interpretation</a:t>
            </a:r>
          </a:p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F7F6E0A-BBB5-8702-8676-E86591725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357" y="2776722"/>
            <a:ext cx="7231319" cy="390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637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29B3-6745-89DB-9517-3C596B1B0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Prophet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A956D-07BC-68C1-677A-7C49C9FB3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833" y="893370"/>
            <a:ext cx="10131425" cy="36491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Prophet Model </a:t>
            </a:r>
            <a:r>
              <a:rPr lang="en-US" sz="2000" b="1" dirty="0" err="1"/>
              <a:t>Setup:</a:t>
            </a:r>
            <a:r>
              <a:rPr lang="en-US" sz="2000" dirty="0" err="1"/>
              <a:t>Data</a:t>
            </a:r>
            <a:r>
              <a:rPr lang="en-US" sz="2000" dirty="0"/>
              <a:t>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Forecasting method</a:t>
            </a:r>
          </a:p>
          <a:p>
            <a:endParaRPr lang="en-IN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97028B18-8E54-1600-200D-DBB6F930F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816" y="2529656"/>
            <a:ext cx="6866152" cy="423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861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0E95-7582-8220-0E54-CF12463B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LSTM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040D6-8D81-AAFD-C794-A68FC0D31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1143" y="2430342"/>
            <a:ext cx="10131425" cy="36491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Architecture:</a:t>
            </a:r>
            <a:r>
              <a:rPr lang="en-US" sz="2400" dirty="0"/>
              <a:t> LSTM layers with Dropout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Training Parameters:</a:t>
            </a:r>
            <a:r>
              <a:rPr lang="en-US" sz="2400" dirty="0"/>
              <a:t> Epochs, batch size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526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8386-6C3C-CF1A-A4CC-1940D1B5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LSTM 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0A52A-AF13-D3C0-6320-B09A55248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Training and Testing Results:</a:t>
            </a:r>
          </a:p>
          <a:p>
            <a:endParaRPr lang="en-US" b="1" dirty="0"/>
          </a:p>
          <a:p>
            <a:r>
              <a:rPr lang="en-US" dirty="0"/>
              <a:t>Predictions and RMSE</a:t>
            </a:r>
          </a:p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7268506-F8FD-8AD7-692E-E3FD26961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727" y="4771225"/>
            <a:ext cx="5652000" cy="430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RMSE: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2.7848439804219697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443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624B9C-5120-113E-6A2A-E2DE5BE1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272" y="156851"/>
            <a:ext cx="10131425" cy="1456267"/>
          </a:xfrm>
        </p:spPr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ARIMA Model Overview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BE1F775-C285-DA5B-9AF2-86AB1845C2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9156" y="1613118"/>
            <a:ext cx="780927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Parameters: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p, d, q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 Methodology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066F8E0-6DBD-3FF7-6B04-6F77880BD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729" y="2772698"/>
            <a:ext cx="7361650" cy="392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326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AF21-E081-BCE1-952B-32F0D162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ARIMA Model Results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E1802-5859-33C1-F04C-EDF75D98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181" y="627899"/>
            <a:ext cx="10131425" cy="36491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Forecast Plot: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30-day forecast vs. actual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Evaluation Metrics:</a:t>
            </a:r>
            <a:r>
              <a:rPr lang="en-US" sz="2800" dirty="0"/>
              <a:t> RMSE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D33EA0-6312-A4CE-6DFB-72C42FE0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955" y="3516805"/>
            <a:ext cx="5486400" cy="307777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RMSE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600" dirty="0"/>
              <a:t>2.9544550357936332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459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1A62-82BC-DEF0-7D7D-057FB653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Arial Black" panose="020B0A04020102020204" pitchFamily="34" charset="0"/>
              </a:rPr>
              <a:t>SARIMA Model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9061AD-8E18-0D0A-174A-FF02D742B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7447" y="1790240"/>
            <a:ext cx="5080943" cy="122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SARIMA Parameters: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(p, d, q, P, D, Q, m)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Fitting and Forecasting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5096541-0A80-608C-8311-3F8B3CFB6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390" y="2568832"/>
            <a:ext cx="6142571" cy="381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933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7574-B4F1-5662-F71A-B3416607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SARIMA Model Results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36546-B413-7624-7DA0-89195F778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37" y="627899"/>
            <a:ext cx="10131425" cy="36491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Forecast Plot: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30-day forecast with confidence intervals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Residual Diagnostics and MSE</a:t>
            </a:r>
            <a:endParaRPr lang="en-US" dirty="0"/>
          </a:p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7C1387D-FF62-1A4F-0A16-AB290F23AC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34666" y="3714105"/>
            <a:ext cx="5627889" cy="492443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RMSE: </a:t>
            </a:r>
            <a:r>
              <a:rPr lang="en-US" sz="2400" dirty="0"/>
              <a:t>3.76744520916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834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4DBC-4370-D29B-5D92-BD86D30A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 err="1">
                <a:latin typeface="Bahnschrift Condensed" panose="020B0502040204020203" pitchFamily="34" charset="0"/>
              </a:rPr>
              <a:t>Streamlit</a:t>
            </a:r>
            <a:r>
              <a:rPr lang="en-IN" sz="4400" dirty="0">
                <a:latin typeface="Bahnschrift Condensed" panose="020B0502040204020203" pitchFamily="34" charset="0"/>
              </a:rPr>
              <a:t> App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23DD2-7FB4-0934-2F29-D25E5700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" panose="020B0502040204020203" pitchFamily="34" charset="0"/>
              </a:rPr>
              <a:t>App Components: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Stock selection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Prediction period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Forecast visualization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Prediction for specific 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400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E79E-339D-8402-4F83-F9954F0F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0"/>
            <a:ext cx="10131425" cy="1456267"/>
          </a:xfrm>
        </p:spPr>
        <p:txBody>
          <a:bodyPr/>
          <a:lstStyle/>
          <a:p>
            <a:pPr algn="ctr"/>
            <a:r>
              <a:rPr lang="en-US" dirty="0" err="1">
                <a:latin typeface="Bahnschrift Condensed" panose="020B0502040204020203" pitchFamily="34" charset="0"/>
              </a:rPr>
              <a:t>Streamlit</a:t>
            </a:r>
            <a:r>
              <a:rPr lang="en-US" dirty="0">
                <a:latin typeface="Bahnschrift Condensed" panose="020B0502040204020203" pitchFamily="34" charset="0"/>
              </a:rPr>
              <a:t> App: Data and Forecasts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E86B-EFAA-F176-A297-5EA08D9FD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12802"/>
            <a:ext cx="10131425" cy="36491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Data Display: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Raw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Forecast Display: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Forecast plots and components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22DBF-82BA-1BF8-083F-B978908B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120" y="1809136"/>
            <a:ext cx="629557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8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3696-D49F-DB02-AFE8-F404F2F2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Bahnschrift Condensed" panose="020B0502040204020203" pitchFamily="34" charset="0"/>
              </a:rPr>
              <a:t>Model Comparison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13FA25-AE44-61AB-162F-8356C94D8E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613988"/>
            <a:ext cx="9225602" cy="2705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Comparative Metrics: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</a:t>
            </a:r>
          </a:p>
          <a:p>
            <a:pPr lvl="2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 (LSTM), MSE (ARIMA, SARIMA), forecast accuracy (Prophet)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Visual Comparison: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</a:t>
            </a:r>
          </a:p>
          <a:p>
            <a:pPr lvl="2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plots from each model </a:t>
            </a:r>
          </a:p>
        </p:txBody>
      </p:sp>
    </p:spTree>
    <p:extLst>
      <p:ext uri="{BB962C8B-B14F-4D97-AF65-F5344CB8AC3E}">
        <p14:creationId xmlns:p14="http://schemas.microsoft.com/office/powerpoint/2010/main" val="2423396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8B14-8945-46AC-1FB0-CD3D6C546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 b="1" dirty="0">
                <a:latin typeface="Bahnschrift Condensed" panose="020B0502040204020203" pitchFamily="34" charset="0"/>
              </a:rPr>
              <a:t>Insights and Findings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6D8F2-D851-3174-3E9C-C29F9CC6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53809"/>
            <a:ext cx="10131425" cy="36491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/>
              <a:t>Key Takeaways: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800" dirty="0"/>
              <a:t>Performance of each model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800" dirty="0"/>
              <a:t>Observed trends and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716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A489-A906-E054-12EC-B82E224B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>
                <a:latin typeface="Bahnschrift Condensed" panose="020B0502040204020203" pitchFamily="34" charset="0"/>
              </a:rPr>
              <a:t>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90036B-C78F-31D6-3D82-A2C20B8383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27643"/>
            <a:ext cx="6012864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Potential Improvements: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lvl="4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Model enhancements</a:t>
            </a:r>
          </a:p>
          <a:p>
            <a:pPr lvl="4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Additional features and data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Additional Models: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lvl="4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Hybrid models</a:t>
            </a:r>
          </a:p>
          <a:p>
            <a:pPr lvl="4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Advanced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819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A307-130C-CF07-3C78-748A2960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>
                <a:latin typeface="Agency FB" panose="020B0503020202020204" pitchFamily="34" charset="0"/>
              </a:rPr>
              <a:t>Deployment and Use Cases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D00D9A-47C0-5CB5-CF72-365536D63F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209103"/>
            <a:ext cx="7316426" cy="3515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Real-time Predictions: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lvl="5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Integration into trading platforms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API Development: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lvl="5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Serving predictions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597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95332"/>
            <a:ext cx="7197726" cy="1405467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263</TotalTime>
  <Words>433</Words>
  <Application>Microsoft Office PowerPoint</Application>
  <PresentationFormat>Widescreen</PresentationFormat>
  <Paragraphs>117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Agency FB</vt:lpstr>
      <vt:lpstr>Algerian</vt:lpstr>
      <vt:lpstr>Aptos</vt:lpstr>
      <vt:lpstr>Arial</vt:lpstr>
      <vt:lpstr>Arial Black</vt:lpstr>
      <vt:lpstr>Arial Rounded MT Bold</vt:lpstr>
      <vt:lpstr>Bahnschrift</vt:lpstr>
      <vt:lpstr>Bahnschrift Condensed</vt:lpstr>
      <vt:lpstr>Calibri</vt:lpstr>
      <vt:lpstr>Calibri Light</vt:lpstr>
      <vt:lpstr>Courier New</vt:lpstr>
      <vt:lpstr>Wingdings</vt:lpstr>
      <vt:lpstr>Celestial</vt:lpstr>
      <vt:lpstr>Stock Price Analysis and Forecasting</vt:lpstr>
      <vt:lpstr>Introduction</vt:lpstr>
      <vt:lpstr>Data Overview </vt:lpstr>
      <vt:lpstr>Data Preparation</vt:lpstr>
      <vt:lpstr>Exploratory Data Analysis (EDA)</vt:lpstr>
      <vt:lpstr>Moving Averages</vt:lpstr>
      <vt:lpstr>Volume Trends</vt:lpstr>
      <vt:lpstr>Distribution Plots</vt:lpstr>
      <vt:lpstr>Correlation Analysis</vt:lpstr>
      <vt:lpstr>Seasonal Decomposition</vt:lpstr>
      <vt:lpstr>Autocorrelation Plot</vt:lpstr>
      <vt:lpstr>Prophet Model Overview</vt:lpstr>
      <vt:lpstr>LSTM Model Overview</vt:lpstr>
      <vt:lpstr>LSTM Model Results</vt:lpstr>
      <vt:lpstr>ARIMA Model Overview</vt:lpstr>
      <vt:lpstr>ARIMA Model Results </vt:lpstr>
      <vt:lpstr>SARIMA Model Overview</vt:lpstr>
      <vt:lpstr>SARIMA Model Results </vt:lpstr>
      <vt:lpstr>Streamlit App Features</vt:lpstr>
      <vt:lpstr>Streamlit App: Data and Forecasts</vt:lpstr>
      <vt:lpstr>Model Comparison</vt:lpstr>
      <vt:lpstr>Insights and Findings </vt:lpstr>
      <vt:lpstr>Future Work</vt:lpstr>
      <vt:lpstr>Deployment and Use Cases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Analysis and Forecasting</dc:title>
  <dc:creator>Prakash Gurav</dc:creator>
  <cp:lastModifiedBy>Daksh Panchal</cp:lastModifiedBy>
  <cp:revision>8</cp:revision>
  <dcterms:created xsi:type="dcterms:W3CDTF">2024-09-01T08:37:11Z</dcterms:created>
  <dcterms:modified xsi:type="dcterms:W3CDTF">2025-05-02T10:19:43Z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